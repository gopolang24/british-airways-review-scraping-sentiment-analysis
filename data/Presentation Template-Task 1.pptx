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Airline Review Scraping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Findings from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Reviews include ratings for seat comfort, cabin staff, food, and entertainment.</a:t>
            </a:r>
          </a:p>
          <a:p>
            <a:r>
              <a:t>- Data categorized by seat type, traveler type, and route.</a:t>
            </a:r>
          </a:p>
          <a:p>
            <a:r>
              <a:t>- Helps analyze customer satisfaction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Reviews classified as Positive, Neutral, or Negative.</a:t>
            </a:r>
          </a:p>
          <a:p>
            <a:r>
              <a:t>- Text processing techniques used for classification.</a:t>
            </a:r>
          </a:p>
          <a:p>
            <a:r>
              <a:t>- Provides insights into passenger experience.</a:t>
            </a:r>
          </a:p>
        </p:txBody>
      </p:sp>
      <p:pic>
        <p:nvPicPr>
          <p:cNvPr id="4" name="Picture 3" descr="sentimen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302176"/>
            <a:ext cx="4107305" cy="22811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Premium Economy &amp; Business Class: Higher satisfaction.</a:t>
            </a:r>
          </a:p>
          <a:p>
            <a:r>
              <a:t>- Economy Class: More negative reviews on food &amp; entertainment.</a:t>
            </a:r>
          </a:p>
          <a:p>
            <a:r>
              <a:t>- Long international routes show higher satisfaction.</a:t>
            </a:r>
          </a:p>
        </p:txBody>
      </p:sp>
      <p:pic>
        <p:nvPicPr>
          <p:cNvPr id="4" name="Picture 3" descr="rating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738" y="4691921"/>
            <a:ext cx="4092314" cy="18914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Scraping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extracted using BeautifulSoup.</a:t>
            </a:r>
          </a:p>
          <a:p>
            <a:r>
              <a:t>- Ratings, reviews, and traveler details parsed from website tables.</a:t>
            </a:r>
          </a:p>
          <a:p>
            <a:r>
              <a:t>- Ensured structured data collection for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136</Words>
  <Application>Microsoft Office PowerPoint</Application>
  <PresentationFormat>On-screen Show (4:3)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Airline Review Scraping Summary</vt:lpstr>
      <vt:lpstr>Dataset Overview</vt:lpstr>
      <vt:lpstr>Sentiment Analysis</vt:lpstr>
      <vt:lpstr>Key Trends</vt:lpstr>
      <vt:lpstr>Scraping Methodology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GOPOLANG MMUTLWANE</cp:lastModifiedBy>
  <cp:revision>2</cp:revision>
  <dcterms:created xsi:type="dcterms:W3CDTF">2013-01-27T09:14:16Z</dcterms:created>
  <dcterms:modified xsi:type="dcterms:W3CDTF">2025-03-18T17:56:25Z</dcterms:modified>
  <cp:category/>
</cp:coreProperties>
</file>